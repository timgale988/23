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webextensions/webextension3.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
  </p:notesMasterIdLst>
  <p:sldIdLst>
    <p:sldId id="275" r:id="rId2"/>
    <p:sldId id="273" r:id="rId3"/>
    <p:sldId id="276" r:id="rId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D1341"/>
    <a:srgbClr val="53B5FF"/>
    <a:srgbClr val="00421E"/>
    <a:srgbClr val="006C31"/>
    <a:srgbClr val="003A1A"/>
    <a:srgbClr val="08060A"/>
    <a:srgbClr val="D3D3D3"/>
    <a:srgbClr val="C5C5C5"/>
    <a:srgbClr val="D3D30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0620AB8-D0E9-4AB6-9E9E-070D1DCD301F}" v="4" dt="2026-03-24T17:42:25.14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193" autoAdjust="0"/>
    <p:restoredTop sz="93914" autoAdjust="0"/>
  </p:normalViewPr>
  <p:slideViewPr>
    <p:cSldViewPr snapToGrid="0" snapToObjects="1">
      <p:cViewPr>
        <p:scale>
          <a:sx n="53" d="100"/>
          <a:sy n="53" d="100"/>
        </p:scale>
        <p:origin x="1167" y="693"/>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notesMaster" Target="notesMasters/notesMaster1.xml"/><Relationship Id="rId1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im gale" userId="8f47ac3cc5330867" providerId="LiveId" clId="{89DC7AD1-0676-4A24-8F3C-1E1D8F90DC06}"/>
    <pc:docChg chg="undo custSel addSld delSld modSld">
      <pc:chgData name="tim gale" userId="8f47ac3cc5330867" providerId="LiveId" clId="{89DC7AD1-0676-4A24-8F3C-1E1D8F90DC06}" dt="2026-03-24T17:42:33.319" v="246" actId="20577"/>
      <pc:docMkLst>
        <pc:docMk/>
      </pc:docMkLst>
      <pc:sldChg chg="del">
        <pc:chgData name="tim gale" userId="8f47ac3cc5330867" providerId="LiveId" clId="{89DC7AD1-0676-4A24-8F3C-1E1D8F90DC06}" dt="2026-03-24T17:29:54.286" v="14" actId="47"/>
        <pc:sldMkLst>
          <pc:docMk/>
          <pc:sldMk cId="3142605241" sldId="258"/>
        </pc:sldMkLst>
      </pc:sldChg>
      <pc:sldChg chg="del">
        <pc:chgData name="tim gale" userId="8f47ac3cc5330867" providerId="LiveId" clId="{89DC7AD1-0676-4A24-8F3C-1E1D8F90DC06}" dt="2026-03-24T17:29:53.143" v="9" actId="47"/>
        <pc:sldMkLst>
          <pc:docMk/>
          <pc:sldMk cId="3820181093" sldId="259"/>
        </pc:sldMkLst>
      </pc:sldChg>
      <pc:sldChg chg="del">
        <pc:chgData name="tim gale" userId="8f47ac3cc5330867" providerId="LiveId" clId="{89DC7AD1-0676-4A24-8F3C-1E1D8F90DC06}" dt="2026-03-24T17:30:10.239" v="17" actId="47"/>
        <pc:sldMkLst>
          <pc:docMk/>
          <pc:sldMk cId="1144543921" sldId="261"/>
        </pc:sldMkLst>
      </pc:sldChg>
      <pc:sldChg chg="del">
        <pc:chgData name="tim gale" userId="8f47ac3cc5330867" providerId="LiveId" clId="{89DC7AD1-0676-4A24-8F3C-1E1D8F90DC06}" dt="2026-03-24T17:29:53.322" v="10" actId="47"/>
        <pc:sldMkLst>
          <pc:docMk/>
          <pc:sldMk cId="305798197" sldId="262"/>
        </pc:sldMkLst>
      </pc:sldChg>
      <pc:sldChg chg="del">
        <pc:chgData name="tim gale" userId="8f47ac3cc5330867" providerId="LiveId" clId="{89DC7AD1-0676-4A24-8F3C-1E1D8F90DC06}" dt="2026-03-24T17:29:54.135" v="12" actId="47"/>
        <pc:sldMkLst>
          <pc:docMk/>
          <pc:sldMk cId="2736653477" sldId="263"/>
        </pc:sldMkLst>
      </pc:sldChg>
      <pc:sldChg chg="del">
        <pc:chgData name="tim gale" userId="8f47ac3cc5330867" providerId="LiveId" clId="{89DC7AD1-0676-4A24-8F3C-1E1D8F90DC06}" dt="2026-03-24T17:29:52.140" v="5" actId="47"/>
        <pc:sldMkLst>
          <pc:docMk/>
          <pc:sldMk cId="2534253061" sldId="264"/>
        </pc:sldMkLst>
      </pc:sldChg>
      <pc:sldChg chg="del">
        <pc:chgData name="tim gale" userId="8f47ac3cc5330867" providerId="LiveId" clId="{89DC7AD1-0676-4A24-8F3C-1E1D8F90DC06}" dt="2026-03-24T17:29:52.653" v="8" actId="47"/>
        <pc:sldMkLst>
          <pc:docMk/>
          <pc:sldMk cId="4201351015" sldId="265"/>
        </pc:sldMkLst>
      </pc:sldChg>
      <pc:sldChg chg="del">
        <pc:chgData name="tim gale" userId="8f47ac3cc5330867" providerId="LiveId" clId="{89DC7AD1-0676-4A24-8F3C-1E1D8F90DC06}" dt="2026-03-24T17:29:52.303" v="6" actId="47"/>
        <pc:sldMkLst>
          <pc:docMk/>
          <pc:sldMk cId="2845286434" sldId="266"/>
        </pc:sldMkLst>
      </pc:sldChg>
      <pc:sldChg chg="del">
        <pc:chgData name="tim gale" userId="8f47ac3cc5330867" providerId="LiveId" clId="{89DC7AD1-0676-4A24-8F3C-1E1D8F90DC06}" dt="2026-03-24T17:29:52.505" v="7" actId="47"/>
        <pc:sldMkLst>
          <pc:docMk/>
          <pc:sldMk cId="3229995366" sldId="267"/>
        </pc:sldMkLst>
      </pc:sldChg>
      <pc:sldChg chg="del">
        <pc:chgData name="tim gale" userId="8f47ac3cc5330867" providerId="LiveId" clId="{89DC7AD1-0676-4A24-8F3C-1E1D8F90DC06}" dt="2026-03-24T17:29:54.154" v="13" actId="47"/>
        <pc:sldMkLst>
          <pc:docMk/>
          <pc:sldMk cId="2489249886" sldId="268"/>
        </pc:sldMkLst>
      </pc:sldChg>
      <pc:sldChg chg="del">
        <pc:chgData name="tim gale" userId="8f47ac3cc5330867" providerId="LiveId" clId="{89DC7AD1-0676-4A24-8F3C-1E1D8F90DC06}" dt="2026-03-24T17:29:54.111" v="11" actId="47"/>
        <pc:sldMkLst>
          <pc:docMk/>
          <pc:sldMk cId="2916943868" sldId="269"/>
        </pc:sldMkLst>
      </pc:sldChg>
      <pc:sldChg chg="del">
        <pc:chgData name="tim gale" userId="8f47ac3cc5330867" providerId="LiveId" clId="{89DC7AD1-0676-4A24-8F3C-1E1D8F90DC06}" dt="2026-03-24T17:29:51.938" v="4" actId="47"/>
        <pc:sldMkLst>
          <pc:docMk/>
          <pc:sldMk cId="2671496659" sldId="270"/>
        </pc:sldMkLst>
      </pc:sldChg>
      <pc:sldChg chg="del">
        <pc:chgData name="tim gale" userId="8f47ac3cc5330867" providerId="LiveId" clId="{89DC7AD1-0676-4A24-8F3C-1E1D8F90DC06}" dt="2026-03-24T17:29:50.513" v="2" actId="47"/>
        <pc:sldMkLst>
          <pc:docMk/>
          <pc:sldMk cId="943756644" sldId="271"/>
        </pc:sldMkLst>
      </pc:sldChg>
      <pc:sldChg chg="del">
        <pc:chgData name="tim gale" userId="8f47ac3cc5330867" providerId="LiveId" clId="{89DC7AD1-0676-4A24-8F3C-1E1D8F90DC06}" dt="2026-03-24T17:29:51.488" v="3" actId="47"/>
        <pc:sldMkLst>
          <pc:docMk/>
          <pc:sldMk cId="3088279339" sldId="272"/>
        </pc:sldMkLst>
      </pc:sldChg>
      <pc:sldChg chg="addSp delSp modSp mod">
        <pc:chgData name="tim gale" userId="8f47ac3cc5330867" providerId="LiveId" clId="{89DC7AD1-0676-4A24-8F3C-1E1D8F90DC06}" dt="2026-03-24T17:42:10.099" v="230" actId="1076"/>
        <pc:sldMkLst>
          <pc:docMk/>
          <pc:sldMk cId="2583511888" sldId="273"/>
        </pc:sldMkLst>
        <pc:spChg chg="del">
          <ac:chgData name="tim gale" userId="8f47ac3cc5330867" providerId="LiveId" clId="{89DC7AD1-0676-4A24-8F3C-1E1D8F90DC06}" dt="2026-03-24T17:37:07.960" v="136" actId="478"/>
          <ac:spMkLst>
            <pc:docMk/>
            <pc:sldMk cId="2583511888" sldId="273"/>
            <ac:spMk id="4" creationId="{D649A7D5-0268-8E45-3A22-EF6CEA84029D}"/>
          </ac:spMkLst>
        </pc:spChg>
        <pc:spChg chg="del">
          <ac:chgData name="tim gale" userId="8f47ac3cc5330867" providerId="LiveId" clId="{89DC7AD1-0676-4A24-8F3C-1E1D8F90DC06}" dt="2026-03-24T17:37:35.118" v="144" actId="478"/>
          <ac:spMkLst>
            <pc:docMk/>
            <pc:sldMk cId="2583511888" sldId="273"/>
            <ac:spMk id="5" creationId="{0FBD60C0-932D-B01F-FE16-3A572FF0656C}"/>
          </ac:spMkLst>
        </pc:spChg>
        <pc:spChg chg="del">
          <ac:chgData name="tim gale" userId="8f47ac3cc5330867" providerId="LiveId" clId="{89DC7AD1-0676-4A24-8F3C-1E1D8F90DC06}" dt="2026-03-24T17:37:32.568" v="143" actId="478"/>
          <ac:spMkLst>
            <pc:docMk/>
            <pc:sldMk cId="2583511888" sldId="273"/>
            <ac:spMk id="10" creationId="{A1E99F7E-612B-ECCC-925D-02EB5E083200}"/>
          </ac:spMkLst>
        </pc:spChg>
        <pc:spChg chg="add mod">
          <ac:chgData name="tim gale" userId="8f47ac3cc5330867" providerId="LiveId" clId="{89DC7AD1-0676-4A24-8F3C-1E1D8F90DC06}" dt="2026-03-24T17:42:07.381" v="229" actId="20577"/>
          <ac:spMkLst>
            <pc:docMk/>
            <pc:sldMk cId="2583511888" sldId="273"/>
            <ac:spMk id="13" creationId="{C672FB05-3455-5E4E-3A5D-0FD5B1CE5673}"/>
          </ac:spMkLst>
        </pc:spChg>
        <pc:spChg chg="del">
          <ac:chgData name="tim gale" userId="8f47ac3cc5330867" providerId="LiveId" clId="{89DC7AD1-0676-4A24-8F3C-1E1D8F90DC06}" dt="2026-03-24T17:37:22.243" v="139" actId="478"/>
          <ac:spMkLst>
            <pc:docMk/>
            <pc:sldMk cId="2583511888" sldId="273"/>
            <ac:spMk id="15" creationId="{3434B3E9-BDB1-FCD5-50AB-980472DCEF3C}"/>
          </ac:spMkLst>
        </pc:spChg>
        <pc:spChg chg="del">
          <ac:chgData name="tim gale" userId="8f47ac3cc5330867" providerId="LiveId" clId="{89DC7AD1-0676-4A24-8F3C-1E1D8F90DC06}" dt="2026-03-24T17:37:29.837" v="142" actId="478"/>
          <ac:spMkLst>
            <pc:docMk/>
            <pc:sldMk cId="2583511888" sldId="273"/>
            <ac:spMk id="30" creationId="{9E04D7AC-1D34-D3F4-FF9C-0F7CBFD4E188}"/>
          </ac:spMkLst>
        </pc:spChg>
        <pc:spChg chg="del">
          <ac:chgData name="tim gale" userId="8f47ac3cc5330867" providerId="LiveId" clId="{89DC7AD1-0676-4A24-8F3C-1E1D8F90DC06}" dt="2026-03-24T17:36:42.309" v="114" actId="478"/>
          <ac:spMkLst>
            <pc:docMk/>
            <pc:sldMk cId="2583511888" sldId="273"/>
            <ac:spMk id="32" creationId="{83B08090-423B-1902-E708-67898451303D}"/>
          </ac:spMkLst>
        </pc:spChg>
        <pc:spChg chg="del">
          <ac:chgData name="tim gale" userId="8f47ac3cc5330867" providerId="LiveId" clId="{89DC7AD1-0676-4A24-8F3C-1E1D8F90DC06}" dt="2026-03-24T17:37:15.469" v="138" actId="478"/>
          <ac:spMkLst>
            <pc:docMk/>
            <pc:sldMk cId="2583511888" sldId="273"/>
            <ac:spMk id="33" creationId="{CABD0ECF-77BB-9AFE-489F-BDE8F539F105}"/>
          </ac:spMkLst>
        </pc:spChg>
        <pc:spChg chg="del">
          <ac:chgData name="tim gale" userId="8f47ac3cc5330867" providerId="LiveId" clId="{89DC7AD1-0676-4A24-8F3C-1E1D8F90DC06}" dt="2026-03-24T17:37:11.582" v="137" actId="478"/>
          <ac:spMkLst>
            <pc:docMk/>
            <pc:sldMk cId="2583511888" sldId="273"/>
            <ac:spMk id="34" creationId="{6C6F6CDA-C116-BC69-F6A1-B768D9FBD044}"/>
          </ac:spMkLst>
        </pc:spChg>
        <pc:spChg chg="del">
          <ac:chgData name="tim gale" userId="8f47ac3cc5330867" providerId="LiveId" clId="{89DC7AD1-0676-4A24-8F3C-1E1D8F90DC06}" dt="2026-03-24T17:37:24.791" v="140" actId="478"/>
          <ac:spMkLst>
            <pc:docMk/>
            <pc:sldMk cId="2583511888" sldId="273"/>
            <ac:spMk id="36" creationId="{01E751EC-D317-BEE6-1351-C2D0EDEDCC4E}"/>
          </ac:spMkLst>
        </pc:spChg>
        <pc:spChg chg="del">
          <ac:chgData name="tim gale" userId="8f47ac3cc5330867" providerId="LiveId" clId="{89DC7AD1-0676-4A24-8F3C-1E1D8F90DC06}" dt="2026-03-24T17:37:37.753" v="145" actId="478"/>
          <ac:spMkLst>
            <pc:docMk/>
            <pc:sldMk cId="2583511888" sldId="273"/>
            <ac:spMk id="37" creationId="{3B7F2F46-472E-EBFB-C906-D9D2663E5C65}"/>
          </ac:spMkLst>
        </pc:spChg>
        <pc:spChg chg="del">
          <ac:chgData name="tim gale" userId="8f47ac3cc5330867" providerId="LiveId" clId="{89DC7AD1-0676-4A24-8F3C-1E1D8F90DC06}" dt="2026-03-24T17:37:40.118" v="146" actId="478"/>
          <ac:spMkLst>
            <pc:docMk/>
            <pc:sldMk cId="2583511888" sldId="273"/>
            <ac:spMk id="38" creationId="{DC78A9C5-A9FB-5FE8-8542-535A111F3756}"/>
          </ac:spMkLst>
        </pc:spChg>
        <pc:spChg chg="del">
          <ac:chgData name="tim gale" userId="8f47ac3cc5330867" providerId="LiveId" clId="{89DC7AD1-0676-4A24-8F3C-1E1D8F90DC06}" dt="2026-03-24T17:36:44.539" v="115" actId="478"/>
          <ac:spMkLst>
            <pc:docMk/>
            <pc:sldMk cId="2583511888" sldId="273"/>
            <ac:spMk id="39" creationId="{CD3C21B3-6008-823F-DF9D-5ACA4B23458E}"/>
          </ac:spMkLst>
        </pc:spChg>
        <pc:spChg chg="del">
          <ac:chgData name="tim gale" userId="8f47ac3cc5330867" providerId="LiveId" clId="{89DC7AD1-0676-4A24-8F3C-1E1D8F90DC06}" dt="2026-03-24T17:37:27.180" v="141" actId="478"/>
          <ac:spMkLst>
            <pc:docMk/>
            <pc:sldMk cId="2583511888" sldId="273"/>
            <ac:spMk id="45" creationId="{7329D79C-08AE-F10B-68E3-B4513B653754}"/>
          </ac:spMkLst>
        </pc:spChg>
        <pc:picChg chg="mod modCrop">
          <ac:chgData name="tim gale" userId="8f47ac3cc5330867" providerId="LiveId" clId="{89DC7AD1-0676-4A24-8F3C-1E1D8F90DC06}" dt="2026-03-24T17:41:43.134" v="218" actId="1076"/>
          <ac:picMkLst>
            <pc:docMk/>
            <pc:sldMk cId="2583511888" sldId="273"/>
            <ac:picMk id="7" creationId="{BEDF37F6-CEA7-0A5A-0FEF-D5AB6C0A1564}"/>
          </ac:picMkLst>
        </pc:picChg>
        <pc:picChg chg="mod">
          <ac:chgData name="tim gale" userId="8f47ac3cc5330867" providerId="LiveId" clId="{89DC7AD1-0676-4A24-8F3C-1E1D8F90DC06}" dt="2026-03-24T17:41:43.134" v="218" actId="1076"/>
          <ac:picMkLst>
            <pc:docMk/>
            <pc:sldMk cId="2583511888" sldId="273"/>
            <ac:picMk id="11" creationId="{77B621D0-4584-5D4F-E1DD-419E864343CE}"/>
          </ac:picMkLst>
        </pc:picChg>
        <pc:picChg chg="mod">
          <ac:chgData name="tim gale" userId="8f47ac3cc5330867" providerId="LiveId" clId="{89DC7AD1-0676-4A24-8F3C-1E1D8F90DC06}" dt="2026-03-24T17:41:43.134" v="218" actId="1076"/>
          <ac:picMkLst>
            <pc:docMk/>
            <pc:sldMk cId="2583511888" sldId="273"/>
            <ac:picMk id="14" creationId="{9ED06224-6B2F-CFE3-47F8-0139E944CD6F}"/>
          </ac:picMkLst>
        </pc:picChg>
        <pc:picChg chg="mod">
          <ac:chgData name="tim gale" userId="8f47ac3cc5330867" providerId="LiveId" clId="{89DC7AD1-0676-4A24-8F3C-1E1D8F90DC06}" dt="2026-03-24T17:42:10.099" v="230" actId="1076"/>
          <ac:picMkLst>
            <pc:docMk/>
            <pc:sldMk cId="2583511888" sldId="273"/>
            <ac:picMk id="31" creationId="{65CF24CB-2AD4-55BD-358A-4CE5430D2452}"/>
          </ac:picMkLst>
        </pc:picChg>
      </pc:sldChg>
      <pc:sldChg chg="addSp modSp mod">
        <pc:chgData name="tim gale" userId="8f47ac3cc5330867" providerId="LiveId" clId="{89DC7AD1-0676-4A24-8F3C-1E1D8F90DC06}" dt="2026-03-24T17:41:34.438" v="217" actId="1076"/>
        <pc:sldMkLst>
          <pc:docMk/>
          <pc:sldMk cId="3611852074" sldId="275"/>
        </pc:sldMkLst>
        <pc:spChg chg="add mod">
          <ac:chgData name="tim gale" userId="8f47ac3cc5330867" providerId="LiveId" clId="{89DC7AD1-0676-4A24-8F3C-1E1D8F90DC06}" dt="2026-03-24T17:41:34.438" v="217" actId="1076"/>
          <ac:spMkLst>
            <pc:docMk/>
            <pc:sldMk cId="3611852074" sldId="275"/>
            <ac:spMk id="5" creationId="{ABE6B8A2-04AD-C5A5-3566-B0DF8CD7FF93}"/>
          </ac:spMkLst>
        </pc:spChg>
        <pc:picChg chg="mod">
          <ac:chgData name="tim gale" userId="8f47ac3cc5330867" providerId="LiveId" clId="{89DC7AD1-0676-4A24-8F3C-1E1D8F90DC06}" dt="2026-03-24T17:41:15.756" v="213" actId="1076"/>
          <ac:picMkLst>
            <pc:docMk/>
            <pc:sldMk cId="3611852074" sldId="275"/>
            <ac:picMk id="3" creationId="{946453D7-F1AF-0C0A-152B-D4D5082EE89B}"/>
          </ac:picMkLst>
        </pc:picChg>
        <pc:picChg chg="mod">
          <ac:chgData name="tim gale" userId="8f47ac3cc5330867" providerId="LiveId" clId="{89DC7AD1-0676-4A24-8F3C-1E1D8F90DC06}" dt="2026-03-24T17:41:31.982" v="216" actId="1076"/>
          <ac:picMkLst>
            <pc:docMk/>
            <pc:sldMk cId="3611852074" sldId="275"/>
            <ac:picMk id="60" creationId="{69B5B22D-10D2-208E-E563-6B9A2087CF62}"/>
          </ac:picMkLst>
        </pc:picChg>
        <pc:picChg chg="mod">
          <ac:chgData name="tim gale" userId="8f47ac3cc5330867" providerId="LiveId" clId="{89DC7AD1-0676-4A24-8F3C-1E1D8F90DC06}" dt="2026-03-24T17:41:26.507" v="215" actId="1076"/>
          <ac:picMkLst>
            <pc:docMk/>
            <pc:sldMk cId="3611852074" sldId="275"/>
            <ac:picMk id="61" creationId="{0BEB0B81-6D85-00E9-D629-E99088DBF3C3}"/>
          </ac:picMkLst>
        </pc:picChg>
        <pc:picChg chg="mod">
          <ac:chgData name="tim gale" userId="8f47ac3cc5330867" providerId="LiveId" clId="{89DC7AD1-0676-4A24-8F3C-1E1D8F90DC06}" dt="2026-03-24T17:41:18.461" v="214" actId="1076"/>
          <ac:picMkLst>
            <pc:docMk/>
            <pc:sldMk cId="3611852074" sldId="275"/>
            <ac:picMk id="62" creationId="{B07C5F4F-1805-535F-B2D5-AFEE44E918B8}"/>
          </ac:picMkLst>
        </pc:picChg>
      </pc:sldChg>
      <pc:sldChg chg="addSp delSp modSp add del mod">
        <pc:chgData name="tim gale" userId="8f47ac3cc5330867" providerId="LiveId" clId="{89DC7AD1-0676-4A24-8F3C-1E1D8F90DC06}" dt="2026-03-24T17:42:33.319" v="246" actId="20577"/>
        <pc:sldMkLst>
          <pc:docMk/>
          <pc:sldMk cId="3039341927" sldId="276"/>
        </pc:sldMkLst>
        <pc:spChg chg="del">
          <ac:chgData name="tim gale" userId="8f47ac3cc5330867" providerId="LiveId" clId="{89DC7AD1-0676-4A24-8F3C-1E1D8F90DC06}" dt="2026-03-24T17:32:50.165" v="49" actId="478"/>
          <ac:spMkLst>
            <pc:docMk/>
            <pc:sldMk cId="3039341927" sldId="276"/>
            <ac:spMk id="12" creationId="{CC9C29B9-D3A7-8F46-BEB3-8FD8074177E3}"/>
          </ac:spMkLst>
        </pc:spChg>
        <pc:spChg chg="del">
          <ac:chgData name="tim gale" userId="8f47ac3cc5330867" providerId="LiveId" clId="{89DC7AD1-0676-4A24-8F3C-1E1D8F90DC06}" dt="2026-03-24T17:32:03.057" v="42" actId="478"/>
          <ac:spMkLst>
            <pc:docMk/>
            <pc:sldMk cId="3039341927" sldId="276"/>
            <ac:spMk id="16" creationId="{5624D90C-B727-3DD4-DFF0-FADF0C56D1BE}"/>
          </ac:spMkLst>
        </pc:spChg>
        <pc:spChg chg="del">
          <ac:chgData name="tim gale" userId="8f47ac3cc5330867" providerId="LiveId" clId="{89DC7AD1-0676-4A24-8F3C-1E1D8F90DC06}" dt="2026-03-24T17:32:14.311" v="47" actId="478"/>
          <ac:spMkLst>
            <pc:docMk/>
            <pc:sldMk cId="3039341927" sldId="276"/>
            <ac:spMk id="17" creationId="{96877677-F8C1-108F-202F-478808D71C84}"/>
          </ac:spMkLst>
        </pc:spChg>
        <pc:spChg chg="del">
          <ac:chgData name="tim gale" userId="8f47ac3cc5330867" providerId="LiveId" clId="{89DC7AD1-0676-4A24-8F3C-1E1D8F90DC06}" dt="2026-03-24T17:31:36.079" v="35" actId="478"/>
          <ac:spMkLst>
            <pc:docMk/>
            <pc:sldMk cId="3039341927" sldId="276"/>
            <ac:spMk id="18" creationId="{BF58DB67-3AB9-3925-F1E7-7F532F502FD3}"/>
          </ac:spMkLst>
        </pc:spChg>
        <pc:spChg chg="del">
          <ac:chgData name="tim gale" userId="8f47ac3cc5330867" providerId="LiveId" clId="{89DC7AD1-0676-4A24-8F3C-1E1D8F90DC06}" dt="2026-03-24T17:31:21.769" v="28" actId="478"/>
          <ac:spMkLst>
            <pc:docMk/>
            <pc:sldMk cId="3039341927" sldId="276"/>
            <ac:spMk id="20" creationId="{40005512-1716-45CF-5722-5F4070964FED}"/>
          </ac:spMkLst>
        </pc:spChg>
        <pc:spChg chg="del">
          <ac:chgData name="tim gale" userId="8f47ac3cc5330867" providerId="LiveId" clId="{89DC7AD1-0676-4A24-8F3C-1E1D8F90DC06}" dt="2026-03-24T17:31:31.510" v="33" actId="478"/>
          <ac:spMkLst>
            <pc:docMk/>
            <pc:sldMk cId="3039341927" sldId="276"/>
            <ac:spMk id="22" creationId="{2D120844-E1B7-1607-5D5A-8E6087841B6B}"/>
          </ac:spMkLst>
        </pc:spChg>
        <pc:spChg chg="del">
          <ac:chgData name="tim gale" userId="8f47ac3cc5330867" providerId="LiveId" clId="{89DC7AD1-0676-4A24-8F3C-1E1D8F90DC06}" dt="2026-03-24T17:31:15.642" v="25" actId="478"/>
          <ac:spMkLst>
            <pc:docMk/>
            <pc:sldMk cId="3039341927" sldId="276"/>
            <ac:spMk id="24" creationId="{F768EC7D-8EE1-F07B-F7ED-EB3EF9BA68D4}"/>
          </ac:spMkLst>
        </pc:spChg>
        <pc:spChg chg="del">
          <ac:chgData name="tim gale" userId="8f47ac3cc5330867" providerId="LiveId" clId="{89DC7AD1-0676-4A24-8F3C-1E1D8F90DC06}" dt="2026-03-24T17:31:11.765" v="24" actId="478"/>
          <ac:spMkLst>
            <pc:docMk/>
            <pc:sldMk cId="3039341927" sldId="276"/>
            <ac:spMk id="26" creationId="{DA1489BD-8D01-7778-7A3B-C06824A6DFA7}"/>
          </ac:spMkLst>
        </pc:spChg>
        <pc:spChg chg="del">
          <ac:chgData name="tim gale" userId="8f47ac3cc5330867" providerId="LiveId" clId="{89DC7AD1-0676-4A24-8F3C-1E1D8F90DC06}" dt="2026-03-24T17:32:04.647" v="43" actId="478"/>
          <ac:spMkLst>
            <pc:docMk/>
            <pc:sldMk cId="3039341927" sldId="276"/>
            <ac:spMk id="28" creationId="{6FDC5474-928E-EFC7-82E1-56F2C555866F}"/>
          </ac:spMkLst>
        </pc:spChg>
        <pc:spChg chg="del">
          <ac:chgData name="tim gale" userId="8f47ac3cc5330867" providerId="LiveId" clId="{89DC7AD1-0676-4A24-8F3C-1E1D8F90DC06}" dt="2026-03-24T17:32:09.419" v="45" actId="478"/>
          <ac:spMkLst>
            <pc:docMk/>
            <pc:sldMk cId="3039341927" sldId="276"/>
            <ac:spMk id="29" creationId="{0577E248-A943-9013-D170-725ED249D846}"/>
          </ac:spMkLst>
        </pc:spChg>
        <pc:spChg chg="add mod">
          <ac:chgData name="tim gale" userId="8f47ac3cc5330867" providerId="LiveId" clId="{89DC7AD1-0676-4A24-8F3C-1E1D8F90DC06}" dt="2026-03-24T17:42:33.319" v="246" actId="20577"/>
          <ac:spMkLst>
            <pc:docMk/>
            <pc:sldMk cId="3039341927" sldId="276"/>
            <ac:spMk id="40" creationId="{81C2B1DD-0E5F-EB17-D3D7-7022A30FC12F}"/>
          </ac:spMkLst>
        </pc:spChg>
        <pc:spChg chg="del">
          <ac:chgData name="tim gale" userId="8f47ac3cc5330867" providerId="LiveId" clId="{89DC7AD1-0676-4A24-8F3C-1E1D8F90DC06}" dt="2026-03-24T17:31:00.789" v="19" actId="478"/>
          <ac:spMkLst>
            <pc:docMk/>
            <pc:sldMk cId="3039341927" sldId="276"/>
            <ac:spMk id="47" creationId="{589F121E-9A49-CA9F-2D60-3588E80CD456}"/>
          </ac:spMkLst>
        </pc:spChg>
        <pc:spChg chg="del">
          <ac:chgData name="tim gale" userId="8f47ac3cc5330867" providerId="LiveId" clId="{89DC7AD1-0676-4A24-8F3C-1E1D8F90DC06}" dt="2026-03-24T17:31:06.683" v="21" actId="478"/>
          <ac:spMkLst>
            <pc:docMk/>
            <pc:sldMk cId="3039341927" sldId="276"/>
            <ac:spMk id="48" creationId="{A2091455-F4E7-4873-0407-3696C05A7645}"/>
          </ac:spMkLst>
        </pc:spChg>
        <pc:spChg chg="del">
          <ac:chgData name="tim gale" userId="8f47ac3cc5330867" providerId="LiveId" clId="{89DC7AD1-0676-4A24-8F3C-1E1D8F90DC06}" dt="2026-03-24T17:31:08.053" v="22" actId="478"/>
          <ac:spMkLst>
            <pc:docMk/>
            <pc:sldMk cId="3039341927" sldId="276"/>
            <ac:spMk id="49" creationId="{D6170FB8-D983-CD22-3DDF-D444B93A1CCF}"/>
          </ac:spMkLst>
        </pc:spChg>
        <pc:spChg chg="del">
          <ac:chgData name="tim gale" userId="8f47ac3cc5330867" providerId="LiveId" clId="{89DC7AD1-0676-4A24-8F3C-1E1D8F90DC06}" dt="2026-03-24T17:31:17.988" v="26" actId="478"/>
          <ac:spMkLst>
            <pc:docMk/>
            <pc:sldMk cId="3039341927" sldId="276"/>
            <ac:spMk id="50" creationId="{E99FBE86-96F9-BFBA-8577-51477047D11D}"/>
          </ac:spMkLst>
        </pc:spChg>
        <pc:spChg chg="del">
          <ac:chgData name="tim gale" userId="8f47ac3cc5330867" providerId="LiveId" clId="{89DC7AD1-0676-4A24-8F3C-1E1D8F90DC06}" dt="2026-03-24T17:31:10.237" v="23" actId="478"/>
          <ac:spMkLst>
            <pc:docMk/>
            <pc:sldMk cId="3039341927" sldId="276"/>
            <ac:spMk id="51" creationId="{A5A8B562-11B9-C2BA-BA3E-83D076624694}"/>
          </ac:spMkLst>
        </pc:spChg>
        <pc:spChg chg="del">
          <ac:chgData name="tim gale" userId="8f47ac3cc5330867" providerId="LiveId" clId="{89DC7AD1-0676-4A24-8F3C-1E1D8F90DC06}" dt="2026-03-24T17:31:33.410" v="34" actId="478"/>
          <ac:spMkLst>
            <pc:docMk/>
            <pc:sldMk cId="3039341927" sldId="276"/>
            <ac:spMk id="52" creationId="{D8AD39D3-4CF1-99DC-85B1-277F35DBA4D6}"/>
          </ac:spMkLst>
        </pc:spChg>
        <pc:spChg chg="del">
          <ac:chgData name="tim gale" userId="8f47ac3cc5330867" providerId="LiveId" clId="{89DC7AD1-0676-4A24-8F3C-1E1D8F90DC06}" dt="2026-03-24T17:31:04.985" v="20" actId="478"/>
          <ac:spMkLst>
            <pc:docMk/>
            <pc:sldMk cId="3039341927" sldId="276"/>
            <ac:spMk id="53" creationId="{14A835B3-1A2F-D41A-A1B6-ECFFF0846E33}"/>
          </ac:spMkLst>
        </pc:spChg>
        <pc:spChg chg="del">
          <ac:chgData name="tim gale" userId="8f47ac3cc5330867" providerId="LiveId" clId="{89DC7AD1-0676-4A24-8F3C-1E1D8F90DC06}" dt="2026-03-24T17:31:43.979" v="38" actId="478"/>
          <ac:spMkLst>
            <pc:docMk/>
            <pc:sldMk cId="3039341927" sldId="276"/>
            <ac:spMk id="55" creationId="{45C842E7-9AC3-130E-325A-1B70815A8FB3}"/>
          </ac:spMkLst>
        </pc:spChg>
        <pc:spChg chg="del mod">
          <ac:chgData name="tim gale" userId="8f47ac3cc5330867" providerId="LiveId" clId="{89DC7AD1-0676-4A24-8F3C-1E1D8F90DC06}" dt="2026-03-24T17:31:42.410" v="37" actId="478"/>
          <ac:spMkLst>
            <pc:docMk/>
            <pc:sldMk cId="3039341927" sldId="276"/>
            <ac:spMk id="56" creationId="{131BECF8-6E3C-B78D-237B-661E10EB9647}"/>
          </ac:spMkLst>
        </pc:spChg>
        <pc:spChg chg="del">
          <ac:chgData name="tim gale" userId="8f47ac3cc5330867" providerId="LiveId" clId="{89DC7AD1-0676-4A24-8F3C-1E1D8F90DC06}" dt="2026-03-24T17:31:45.582" v="39" actId="478"/>
          <ac:spMkLst>
            <pc:docMk/>
            <pc:sldMk cId="3039341927" sldId="276"/>
            <ac:spMk id="57" creationId="{75CF52DC-2111-9D58-AE90-82587CE2E941}"/>
          </ac:spMkLst>
        </pc:spChg>
        <pc:spChg chg="del mod">
          <ac:chgData name="tim gale" userId="8f47ac3cc5330867" providerId="LiveId" clId="{89DC7AD1-0676-4A24-8F3C-1E1D8F90DC06}" dt="2026-03-24T17:31:24.773" v="30" actId="478"/>
          <ac:spMkLst>
            <pc:docMk/>
            <pc:sldMk cId="3039341927" sldId="276"/>
            <ac:spMk id="58" creationId="{AC3BFC79-1F68-8A2C-F346-2656326994DF}"/>
          </ac:spMkLst>
        </pc:spChg>
        <pc:spChg chg="del mod">
          <ac:chgData name="tim gale" userId="8f47ac3cc5330867" providerId="LiveId" clId="{89DC7AD1-0676-4A24-8F3C-1E1D8F90DC06}" dt="2026-03-24T17:31:28.013" v="32" actId="478"/>
          <ac:spMkLst>
            <pc:docMk/>
            <pc:sldMk cId="3039341927" sldId="276"/>
            <ac:spMk id="59" creationId="{6B9DFD1F-79E1-4E3C-9A41-8EBCE154893B}"/>
          </ac:spMkLst>
        </pc:spChg>
        <pc:picChg chg="add del mod">
          <ac:chgData name="tim gale" userId="8f47ac3cc5330867" providerId="LiveId" clId="{89DC7AD1-0676-4A24-8F3C-1E1D8F90DC06}" dt="2026-03-24T17:30:57.825" v="18" actId="478"/>
          <ac:picMkLst>
            <pc:docMk/>
            <pc:sldMk cId="3039341927" sldId="276"/>
            <ac:picMk id="13" creationId="{A04DDBD9-BA38-9C69-7A82-66B4252DD37E}"/>
          </ac:picMkLst>
        </pc:picChg>
        <pc:picChg chg="mod">
          <ac:chgData name="tim gale" userId="8f47ac3cc5330867" providerId="LiveId" clId="{89DC7AD1-0676-4A24-8F3C-1E1D8F90DC06}" dt="2026-03-24T17:42:18.506" v="231" actId="1076"/>
          <ac:picMkLst>
            <pc:docMk/>
            <pc:sldMk cId="3039341927" sldId="276"/>
            <ac:picMk id="19" creationId="{BA2BF63B-3CFF-6E10-5DEA-6E43641AC66A}"/>
          </ac:picMkLst>
        </pc:picChg>
        <pc:picChg chg="mod">
          <ac:chgData name="tim gale" userId="8f47ac3cc5330867" providerId="LiveId" clId="{89DC7AD1-0676-4A24-8F3C-1E1D8F90DC06}" dt="2026-03-24T17:42:20.675" v="232" actId="1076"/>
          <ac:picMkLst>
            <pc:docMk/>
            <pc:sldMk cId="3039341927" sldId="276"/>
            <ac:picMk id="21" creationId="{3F1C63C4-A4A4-F4EE-9A39-C899A40C3803}"/>
          </ac:picMkLst>
        </pc:picChg>
        <pc:picChg chg="mod modCrop">
          <ac:chgData name="tim gale" userId="8f47ac3cc5330867" providerId="LiveId" clId="{89DC7AD1-0676-4A24-8F3C-1E1D8F90DC06}" dt="2026-03-24T17:42:22.712" v="233" actId="1076"/>
          <ac:picMkLst>
            <pc:docMk/>
            <pc:sldMk cId="3039341927" sldId="276"/>
            <ac:picMk id="23" creationId="{4B3A7791-1E91-EC2B-C68A-E4652E8D9DAC}"/>
          </ac:picMkLst>
        </pc:picChg>
        <pc:picChg chg="del mod">
          <ac:chgData name="tim gale" userId="8f47ac3cc5330867" providerId="LiveId" clId="{89DC7AD1-0676-4A24-8F3C-1E1D8F90DC06}" dt="2026-03-24T17:34:11.086" v="77" actId="478"/>
          <ac:picMkLst>
            <pc:docMk/>
            <pc:sldMk cId="3039341927" sldId="276"/>
            <ac:picMk id="25" creationId="{E034589A-EAAD-8535-9ACC-1398BA20E8D3}"/>
          </ac:picMkLst>
        </pc:picChg>
        <pc:picChg chg="del mod">
          <ac:chgData name="tim gale" userId="8f47ac3cc5330867" providerId="LiveId" clId="{89DC7AD1-0676-4A24-8F3C-1E1D8F90DC06}" dt="2026-03-24T17:34:32.712" v="79" actId="478"/>
          <ac:picMkLst>
            <pc:docMk/>
            <pc:sldMk cId="3039341927" sldId="276"/>
            <ac:picMk id="27" creationId="{E296FBDE-B9A8-05CC-58CB-F703BCE98C68}"/>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9EF580-AF38-4BA4-A212-821A86FFF368}" type="datetimeFigureOut">
              <a:rPr lang="en-US" smtClean="0"/>
              <a:t>3/22/2026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8FD35D-186C-4EEA-9ACF-3E23F4EA5E1B}" type="slidenum">
              <a:rPr lang="en-US" smtClean="0"/>
              <a:t>‹#›</a:t>
            </a:fld>
            <a:endParaRPr lang="en-US"/>
          </a:p>
        </p:txBody>
      </p:sp>
    </p:spTree>
    <p:extLst>
      <p:ext uri="{BB962C8B-B14F-4D97-AF65-F5344CB8AC3E}">
        <p14:creationId xmlns:p14="http://schemas.microsoft.com/office/powerpoint/2010/main" val="26824816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6F9801-F057-BBD8-ED20-8D026451A2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E06C3D-06CC-44A0-82E1-756F04A92B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E9D527-4382-BB7A-D550-AD14182FE3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8E5EE92-3974-319A-CD0B-24664576F353}"/>
              </a:ext>
            </a:extLst>
          </p:cNvPr>
          <p:cNvSpPr>
            <a:spLocks noGrp="1"/>
          </p:cNvSpPr>
          <p:nvPr>
            <p:ph type="sldNum" sz="quarter" idx="5"/>
          </p:nvPr>
        </p:nvSpPr>
        <p:spPr/>
        <p:txBody>
          <a:bodyPr/>
          <a:lstStyle/>
          <a:p>
            <a:fld id="{098FD35D-186C-4EEA-9ACF-3E23F4EA5E1B}" type="slidenum">
              <a:rPr lang="en-US" smtClean="0"/>
              <a:t>1</a:t>
            </a:fld>
            <a:endParaRPr lang="en-US"/>
          </a:p>
        </p:txBody>
      </p:sp>
    </p:spTree>
    <p:extLst>
      <p:ext uri="{BB962C8B-B14F-4D97-AF65-F5344CB8AC3E}">
        <p14:creationId xmlns:p14="http://schemas.microsoft.com/office/powerpoint/2010/main" val="6627297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1F9F3-458C-021A-C00D-9F5763B56D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D4B34B-1356-5888-80FC-FA0BDB4D5B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E98BBF-6ACA-F4CD-A743-1E04CA8D605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1CF4C2C-B750-2CF7-6EA3-4E60326DFD9D}"/>
              </a:ext>
            </a:extLst>
          </p:cNvPr>
          <p:cNvSpPr>
            <a:spLocks noGrp="1"/>
          </p:cNvSpPr>
          <p:nvPr>
            <p:ph type="sldNum" sz="quarter" idx="5"/>
          </p:nvPr>
        </p:nvSpPr>
        <p:spPr/>
        <p:txBody>
          <a:bodyPr/>
          <a:lstStyle/>
          <a:p>
            <a:fld id="{098FD35D-186C-4EEA-9ACF-3E23F4EA5E1B}" type="slidenum">
              <a:rPr lang="en-US" smtClean="0"/>
              <a:t>2</a:t>
            </a:fld>
            <a:endParaRPr lang="en-US"/>
          </a:p>
        </p:txBody>
      </p:sp>
    </p:spTree>
    <p:extLst>
      <p:ext uri="{BB962C8B-B14F-4D97-AF65-F5344CB8AC3E}">
        <p14:creationId xmlns:p14="http://schemas.microsoft.com/office/powerpoint/2010/main" val="26894078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17E04-BFDE-CC19-0CAF-A8DB7F10DC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2D3219-3B8B-84E1-A848-CBCB9AD58F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6DCF36-D545-3716-7000-C287201E2C8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E40FB1E-7CC7-8ACF-4E76-EBB6834FB0C4}"/>
              </a:ext>
            </a:extLst>
          </p:cNvPr>
          <p:cNvSpPr>
            <a:spLocks noGrp="1"/>
          </p:cNvSpPr>
          <p:nvPr>
            <p:ph type="sldNum" sz="quarter" idx="5"/>
          </p:nvPr>
        </p:nvSpPr>
        <p:spPr/>
        <p:txBody>
          <a:bodyPr/>
          <a:lstStyle/>
          <a:p>
            <a:fld id="{098FD35D-186C-4EEA-9ACF-3E23F4EA5E1B}" type="slidenum">
              <a:rPr lang="en-US" smtClean="0"/>
              <a:t>3</a:t>
            </a:fld>
            <a:endParaRPr lang="en-US"/>
          </a:p>
        </p:txBody>
      </p:sp>
    </p:spTree>
    <p:extLst>
      <p:ext uri="{BB962C8B-B14F-4D97-AF65-F5344CB8AC3E}">
        <p14:creationId xmlns:p14="http://schemas.microsoft.com/office/powerpoint/2010/main" val="42467805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3/22/2026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6.xml"/><Relationship Id="rId5" Type="http://schemas.openxmlformats.org/officeDocument/2006/relationships/image" Target="../media/image11.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a:extLst>
            <a:ext uri="{FF2B5EF4-FFF2-40B4-BE49-F238E27FC236}">
              <a16:creationId xmlns:a16="http://schemas.microsoft.com/office/drawing/2014/main" id="{D5F1A326-C4DF-15F8-7971-4C3790041D52}"/>
            </a:ext>
          </a:extLst>
        </p:cNvPr>
        <p:cNvGrpSpPr/>
        <p:nvPr/>
      </p:nvGrpSpPr>
      <p:grpSpPr>
        <a:xfrm>
          <a:off x="0" y="0"/>
          <a:ext cx="0" cy="0"/>
          <a:chOff x="0" y="0"/>
          <a:chExt cx="0" cy="0"/>
        </a:xfrm>
      </p:grpSpPr>
      <p:pic>
        <p:nvPicPr>
          <p:cNvPr id="3" name="Picture 2" descr="The image is a website showcasing two platforms, Prysm and Aperion, aimed at improving the process of identifying and engaging philanthropists in the healthcare sector through intelligent data analysis and automation.&#10;&#10;AI-generated content may be incorrect.">
            <a:extLst>
              <a:ext uri="{FF2B5EF4-FFF2-40B4-BE49-F238E27FC236}">
                <a16:creationId xmlns:a16="http://schemas.microsoft.com/office/drawing/2014/main" id="{946453D7-F1AF-0C0A-152B-D4D5082EE89B}"/>
              </a:ext>
            </a:extLst>
          </p:cNvPr>
          <p:cNvPicPr>
            <a:picLocks noChangeAspect="1"/>
          </p:cNvPicPr>
          <p:nvPr/>
        </p:nvPicPr>
        <p:blipFill>
          <a:blip r:embed="rId3"/>
          <a:srcRect b="17853"/>
          <a:stretch>
            <a:fillRect/>
          </a:stretch>
        </p:blipFill>
        <p:spPr>
          <a:xfrm>
            <a:off x="0" y="1325880"/>
            <a:ext cx="2838104" cy="4206240"/>
          </a:xfrm>
          <a:prstGeom prst="rect">
            <a:avLst/>
          </a:prstGeom>
        </p:spPr>
      </p:pic>
      <p:pic>
        <p:nvPicPr>
          <p:cNvPr id="60" name="Picture 59" descr="The image depicts a diagram illustrating a connected workflow system, featuring integrations such as Epic EMR, Blackbaud CRM, Salesforce NPSP, and others, all designed to manage patient data and financial interactions securely and compliantly within health systems.&#10;&#10;AI-generated content may be incorrect.">
            <a:extLst>
              <a:ext uri="{FF2B5EF4-FFF2-40B4-BE49-F238E27FC236}">
                <a16:creationId xmlns:a16="http://schemas.microsoft.com/office/drawing/2014/main" id="{69B5B22D-10D2-208E-E563-6B9A2087CF62}"/>
              </a:ext>
            </a:extLst>
          </p:cNvPr>
          <p:cNvPicPr>
            <a:picLocks noChangeAspect="1"/>
          </p:cNvPicPr>
          <p:nvPr/>
        </p:nvPicPr>
        <p:blipFill>
          <a:blip r:embed="rId4"/>
          <a:srcRect t="62306" b="2308"/>
          <a:stretch>
            <a:fillRect/>
          </a:stretch>
        </p:blipFill>
        <p:spPr>
          <a:xfrm>
            <a:off x="8948302" y="1309415"/>
            <a:ext cx="3032826" cy="2103120"/>
          </a:xfrm>
          <a:prstGeom prst="rect">
            <a:avLst/>
          </a:prstGeom>
          <a:ln>
            <a:noFill/>
          </a:ln>
        </p:spPr>
      </p:pic>
      <p:pic>
        <p:nvPicPr>
          <p:cNvPr id="61" name="Picture 60" descr="The image depicts a layout for a digital platform that focuses on intelligent design, user engagement, and partnership over operational outputs. It includes features like privacy, data flow integration, fundraising, and community building.&#10;&#10;AI-generated content may be incorrect.">
            <a:extLst>
              <a:ext uri="{FF2B5EF4-FFF2-40B4-BE49-F238E27FC236}">
                <a16:creationId xmlns:a16="http://schemas.microsoft.com/office/drawing/2014/main" id="{0BEB0B81-6D85-00E9-D629-E99088DBF3C3}"/>
              </a:ext>
            </a:extLst>
          </p:cNvPr>
          <p:cNvPicPr>
            <a:picLocks noChangeAspect="1"/>
          </p:cNvPicPr>
          <p:nvPr/>
        </p:nvPicPr>
        <p:blipFill>
          <a:blip r:embed="rId5"/>
          <a:stretch>
            <a:fillRect/>
          </a:stretch>
        </p:blipFill>
        <p:spPr>
          <a:xfrm>
            <a:off x="6096000" y="1325880"/>
            <a:ext cx="2730976" cy="4173311"/>
          </a:xfrm>
          <a:prstGeom prst="rect">
            <a:avLst/>
          </a:prstGeom>
        </p:spPr>
      </p:pic>
      <p:pic>
        <p:nvPicPr>
          <p:cNvPr id="62" name="Picture 61" descr="Actionable Insight AI&#10;&#10;AI-generated content may be incorrect.">
            <a:extLst>
              <a:ext uri="{FF2B5EF4-FFF2-40B4-BE49-F238E27FC236}">
                <a16:creationId xmlns:a16="http://schemas.microsoft.com/office/drawing/2014/main" id="{B07C5F4F-1805-535F-B2D5-AFEE44E918B8}"/>
              </a:ext>
            </a:extLst>
          </p:cNvPr>
          <p:cNvPicPr>
            <a:picLocks noChangeAspect="1"/>
          </p:cNvPicPr>
          <p:nvPr/>
        </p:nvPicPr>
        <p:blipFill>
          <a:blip r:embed="rId6"/>
          <a:stretch>
            <a:fillRect/>
          </a:stretch>
        </p:blipFill>
        <p:spPr>
          <a:xfrm>
            <a:off x="3001078" y="1325880"/>
            <a:ext cx="2973596" cy="4206240"/>
          </a:xfrm>
          <a:prstGeom prst="rect">
            <a:avLst/>
          </a:prstGeom>
        </p:spPr>
      </p:pic>
      <p:sp>
        <p:nvSpPr>
          <p:cNvPr id="5" name="TextBox 4">
            <a:extLst>
              <a:ext uri="{FF2B5EF4-FFF2-40B4-BE49-F238E27FC236}">
                <a16:creationId xmlns:a16="http://schemas.microsoft.com/office/drawing/2014/main" id="{ABE6B8A2-04AD-C5A5-3566-B0DF8CD7FF93}"/>
              </a:ext>
            </a:extLst>
          </p:cNvPr>
          <p:cNvSpPr txBox="1"/>
          <p:nvPr/>
        </p:nvSpPr>
        <p:spPr>
          <a:xfrm>
            <a:off x="280500" y="484423"/>
            <a:ext cx="5115208" cy="369332"/>
          </a:xfrm>
          <a:prstGeom prst="rect">
            <a:avLst/>
          </a:prstGeom>
          <a:noFill/>
        </p:spPr>
        <p:txBody>
          <a:bodyPr wrap="square" rtlCol="0">
            <a:spAutoFit/>
          </a:bodyPr>
          <a:lstStyle/>
          <a:p>
            <a:r>
              <a:rPr lang="en-US" dirty="0"/>
              <a:t>Actionable Insight Company Page</a:t>
            </a:r>
          </a:p>
        </p:txBody>
      </p:sp>
    </p:spTree>
    <p:extLst>
      <p:ext uri="{BB962C8B-B14F-4D97-AF65-F5344CB8AC3E}">
        <p14:creationId xmlns:p14="http://schemas.microsoft.com/office/powerpoint/2010/main" val="36118520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a:extLst>
            <a:ext uri="{FF2B5EF4-FFF2-40B4-BE49-F238E27FC236}">
              <a16:creationId xmlns:a16="http://schemas.microsoft.com/office/drawing/2014/main" id="{E7DB3E80-BEE2-A6D0-E147-9F3CBEFEB117}"/>
            </a:ext>
          </a:extLst>
        </p:cNvPr>
        <p:cNvGrpSpPr/>
        <p:nvPr/>
      </p:nvGrpSpPr>
      <p:grpSpPr>
        <a:xfrm>
          <a:off x="0" y="0"/>
          <a:ext cx="0" cy="0"/>
          <a:chOff x="0" y="0"/>
          <a:chExt cx="0" cy="0"/>
        </a:xfrm>
      </p:grpSpPr>
      <p:pic>
        <p:nvPicPr>
          <p:cNvPr id="7" name="Picture 6" descr="Build on the systems your team already uses.&#10;&#10;AI-generated content may be incorrect.">
            <a:extLst>
              <a:ext uri="{FF2B5EF4-FFF2-40B4-BE49-F238E27FC236}">
                <a16:creationId xmlns:a16="http://schemas.microsoft.com/office/drawing/2014/main" id="{BEDF37F6-CEA7-0A5A-0FEF-D5AB6C0A1564}"/>
              </a:ext>
            </a:extLst>
          </p:cNvPr>
          <p:cNvPicPr>
            <a:picLocks noChangeAspect="1"/>
          </p:cNvPicPr>
          <p:nvPr/>
        </p:nvPicPr>
        <p:blipFill>
          <a:blip r:embed="rId3"/>
          <a:srcRect t="39283" b="2"/>
          <a:stretch>
            <a:fillRect/>
          </a:stretch>
        </p:blipFill>
        <p:spPr>
          <a:xfrm>
            <a:off x="137870" y="1295302"/>
            <a:ext cx="2939839" cy="3108960"/>
          </a:xfrm>
          <a:prstGeom prst="rect">
            <a:avLst/>
          </a:prstGeom>
          <a:ln>
            <a:noFill/>
          </a:ln>
        </p:spPr>
      </p:pic>
      <p:pic>
        <p:nvPicPr>
          <p:cNvPr id="11" name="Picture 10" descr="The image depicts a visual representation of a health system's gratitude campaign, highlighting the 305% increase in first-time major gifts due to Prysm implementation, and the process of how Prysm uses clinical data to score, qualify, and engage patient prospects for philanthropy, all while being HIPAA-compliant.&#10;&#10;AI-generated content may be incorrect.">
            <a:extLst>
              <a:ext uri="{FF2B5EF4-FFF2-40B4-BE49-F238E27FC236}">
                <a16:creationId xmlns:a16="http://schemas.microsoft.com/office/drawing/2014/main" id="{77B621D0-4584-5D4F-E1DD-419E864343CE}"/>
              </a:ext>
            </a:extLst>
          </p:cNvPr>
          <p:cNvPicPr>
            <a:picLocks noChangeAspect="1"/>
          </p:cNvPicPr>
          <p:nvPr/>
        </p:nvPicPr>
        <p:blipFill>
          <a:blip r:embed="rId4"/>
          <a:stretch>
            <a:fillRect/>
          </a:stretch>
        </p:blipFill>
        <p:spPr>
          <a:xfrm>
            <a:off x="3145341" y="1295302"/>
            <a:ext cx="3089640" cy="5070454"/>
          </a:xfrm>
          <a:prstGeom prst="rect">
            <a:avLst/>
          </a:prstGeom>
        </p:spPr>
      </p:pic>
      <p:pic>
        <p:nvPicPr>
          <p:cNvPr id="14" name="Picture 13" descr="The image depicts a promotional webpage for Prysm, a platform offering comprehensive solutions for team execution, including end-to-end management, EMR and CRM integrations, HIPAA compliance, and various other features aimed at improving fundraising intelligence and donor engagement.&#10;&#10;AI-generated content may be incorrect.">
            <a:extLst>
              <a:ext uri="{FF2B5EF4-FFF2-40B4-BE49-F238E27FC236}">
                <a16:creationId xmlns:a16="http://schemas.microsoft.com/office/drawing/2014/main" id="{9ED06224-6B2F-CFE3-47F8-0139E944CD6F}"/>
              </a:ext>
            </a:extLst>
          </p:cNvPr>
          <p:cNvPicPr>
            <a:picLocks noChangeAspect="1"/>
          </p:cNvPicPr>
          <p:nvPr/>
        </p:nvPicPr>
        <p:blipFill>
          <a:blip r:embed="rId5"/>
          <a:srcRect t="1" b="46009"/>
          <a:stretch>
            <a:fillRect/>
          </a:stretch>
        </p:blipFill>
        <p:spPr>
          <a:xfrm>
            <a:off x="6302613" y="1295302"/>
            <a:ext cx="2710854" cy="2651760"/>
          </a:xfrm>
          <a:prstGeom prst="rect">
            <a:avLst/>
          </a:prstGeom>
        </p:spPr>
      </p:pic>
      <p:pic>
        <p:nvPicPr>
          <p:cNvPr id="31" name="Picture 30" descr="The image illustrates the impactful results achieved by the Prysm and Aperion programs in increasing major gifts and revenue for health systems.&#10;&#10;AI-generated content may be incorrect.">
            <a:extLst>
              <a:ext uri="{FF2B5EF4-FFF2-40B4-BE49-F238E27FC236}">
                <a16:creationId xmlns:a16="http://schemas.microsoft.com/office/drawing/2014/main" id="{65CF24CB-2AD4-55BD-358A-4CE5430D2452}"/>
              </a:ext>
            </a:extLst>
          </p:cNvPr>
          <p:cNvPicPr>
            <a:picLocks noChangeAspect="1"/>
          </p:cNvPicPr>
          <p:nvPr/>
        </p:nvPicPr>
        <p:blipFill>
          <a:blip r:embed="rId6"/>
          <a:stretch>
            <a:fillRect/>
          </a:stretch>
        </p:blipFill>
        <p:spPr>
          <a:xfrm>
            <a:off x="9081099" y="1295302"/>
            <a:ext cx="2562605" cy="5070454"/>
          </a:xfrm>
          <a:prstGeom prst="rect">
            <a:avLst/>
          </a:prstGeom>
        </p:spPr>
      </p:pic>
      <p:sp>
        <p:nvSpPr>
          <p:cNvPr id="13" name="TextBox 12">
            <a:extLst>
              <a:ext uri="{FF2B5EF4-FFF2-40B4-BE49-F238E27FC236}">
                <a16:creationId xmlns:a16="http://schemas.microsoft.com/office/drawing/2014/main" id="{C672FB05-3455-5E4E-3A5D-0FD5B1CE5673}"/>
              </a:ext>
            </a:extLst>
          </p:cNvPr>
          <p:cNvSpPr txBox="1"/>
          <p:nvPr/>
        </p:nvSpPr>
        <p:spPr>
          <a:xfrm>
            <a:off x="280500" y="484423"/>
            <a:ext cx="5115208" cy="369332"/>
          </a:xfrm>
          <a:prstGeom prst="rect">
            <a:avLst/>
          </a:prstGeom>
          <a:noFill/>
        </p:spPr>
        <p:txBody>
          <a:bodyPr wrap="square" rtlCol="0">
            <a:spAutoFit/>
          </a:bodyPr>
          <a:lstStyle/>
          <a:p>
            <a:r>
              <a:rPr lang="en-US" dirty="0"/>
              <a:t>Prysm Page</a:t>
            </a:r>
          </a:p>
        </p:txBody>
      </p:sp>
    </p:spTree>
    <p:extLst>
      <p:ext uri="{BB962C8B-B14F-4D97-AF65-F5344CB8AC3E}">
        <p14:creationId xmlns:p14="http://schemas.microsoft.com/office/powerpoint/2010/main" val="25835118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a:extLst>
            <a:ext uri="{FF2B5EF4-FFF2-40B4-BE49-F238E27FC236}">
              <a16:creationId xmlns:a16="http://schemas.microsoft.com/office/drawing/2014/main" id="{F5A0A05B-63DF-07FA-A44F-5BDB67BB3B22}"/>
            </a:ext>
          </a:extLst>
        </p:cNvPr>
        <p:cNvGrpSpPr/>
        <p:nvPr/>
      </p:nvGrpSpPr>
      <p:grpSpPr>
        <a:xfrm>
          <a:off x="0" y="0"/>
          <a:ext cx="0" cy="0"/>
          <a:chOff x="0" y="0"/>
          <a:chExt cx="0" cy="0"/>
        </a:xfrm>
      </p:grpSpPr>
      <p:pic>
        <p:nvPicPr>
          <p:cNvPr id="19" name="Picture 18" descr="The image depicts an advertisement for Aperion, a fundraising platform that integrates emotional intelligence to streamline administrative tasks, emphasizing its ability to focus on relationship-building and fundraising rather than administrative duties.&#10;&#10;AI-generated content may be incorrect.">
            <a:extLst>
              <a:ext uri="{FF2B5EF4-FFF2-40B4-BE49-F238E27FC236}">
                <a16:creationId xmlns:a16="http://schemas.microsoft.com/office/drawing/2014/main" id="{BA2BF63B-3CFF-6E10-5DEA-6E43641AC66A}"/>
              </a:ext>
            </a:extLst>
          </p:cNvPr>
          <p:cNvPicPr>
            <a:picLocks noChangeAspect="1"/>
          </p:cNvPicPr>
          <p:nvPr/>
        </p:nvPicPr>
        <p:blipFill>
          <a:blip r:embed="rId3"/>
          <a:stretch>
            <a:fillRect/>
          </a:stretch>
        </p:blipFill>
        <p:spPr>
          <a:xfrm>
            <a:off x="274996" y="1133731"/>
            <a:ext cx="2838104" cy="5146710"/>
          </a:xfrm>
          <a:prstGeom prst="rect">
            <a:avLst/>
          </a:prstGeom>
        </p:spPr>
      </p:pic>
      <p:pic>
        <p:nvPicPr>
          <p:cNvPr id="21" name="Picture 20" descr="The image is a visual representation of Aperion's platform, showcasing how it enhances fundraising by integrating various data sources, generating comprehensive insights, and increasing the number of meaningful conversations and major gifts for fundraisers.&#10;&#10;AI-generated content may be incorrect.">
            <a:extLst>
              <a:ext uri="{FF2B5EF4-FFF2-40B4-BE49-F238E27FC236}">
                <a16:creationId xmlns:a16="http://schemas.microsoft.com/office/drawing/2014/main" id="{3F1C63C4-A4A4-F4EE-9A39-C899A40C3803}"/>
              </a:ext>
            </a:extLst>
          </p:cNvPr>
          <p:cNvPicPr>
            <a:picLocks noChangeAspect="1"/>
          </p:cNvPicPr>
          <p:nvPr/>
        </p:nvPicPr>
        <p:blipFill>
          <a:blip r:embed="rId4"/>
          <a:stretch>
            <a:fillRect/>
          </a:stretch>
        </p:blipFill>
        <p:spPr>
          <a:xfrm>
            <a:off x="3322555" y="1133731"/>
            <a:ext cx="2394663" cy="5134013"/>
          </a:xfrm>
          <a:prstGeom prst="rect">
            <a:avLst/>
          </a:prstGeom>
        </p:spPr>
      </p:pic>
      <p:pic>
        <p:nvPicPr>
          <p:cNvPr id="23" name="Picture 22" descr="The image appears to be a visual representation of the Aperion platform's design principles and operating model, emphasizing the importance of the human connection in fundraising and the role of Aperion in enhancing and maintaining the integrity of donor relationships.&#10;&#10;AI-generated content may be incorrect.">
            <a:extLst>
              <a:ext uri="{FF2B5EF4-FFF2-40B4-BE49-F238E27FC236}">
                <a16:creationId xmlns:a16="http://schemas.microsoft.com/office/drawing/2014/main" id="{4B3A7791-1E91-EC2B-C68A-E4652E8D9DAC}"/>
              </a:ext>
            </a:extLst>
          </p:cNvPr>
          <p:cNvPicPr>
            <a:picLocks noChangeAspect="1"/>
          </p:cNvPicPr>
          <p:nvPr/>
        </p:nvPicPr>
        <p:blipFill>
          <a:blip r:embed="rId5"/>
          <a:srcRect t="5" b="43203"/>
          <a:stretch>
            <a:fillRect/>
          </a:stretch>
        </p:blipFill>
        <p:spPr>
          <a:xfrm>
            <a:off x="5926673" y="1133731"/>
            <a:ext cx="2571769" cy="2834640"/>
          </a:xfrm>
          <a:prstGeom prst="rect">
            <a:avLst/>
          </a:prstGeom>
        </p:spPr>
      </p:pic>
      <p:sp>
        <p:nvSpPr>
          <p:cNvPr id="40" name="TextBox 39">
            <a:extLst>
              <a:ext uri="{FF2B5EF4-FFF2-40B4-BE49-F238E27FC236}">
                <a16:creationId xmlns:a16="http://schemas.microsoft.com/office/drawing/2014/main" id="{81C2B1DD-0E5F-EB17-D3D7-7022A30FC12F}"/>
              </a:ext>
            </a:extLst>
          </p:cNvPr>
          <p:cNvSpPr txBox="1"/>
          <p:nvPr/>
        </p:nvSpPr>
        <p:spPr>
          <a:xfrm>
            <a:off x="280500" y="484423"/>
            <a:ext cx="5115208" cy="369332"/>
          </a:xfrm>
          <a:prstGeom prst="rect">
            <a:avLst/>
          </a:prstGeom>
          <a:noFill/>
        </p:spPr>
        <p:txBody>
          <a:bodyPr wrap="square" rtlCol="0">
            <a:spAutoFit/>
          </a:bodyPr>
          <a:lstStyle/>
          <a:p>
            <a:r>
              <a:rPr lang="en-US"/>
              <a:t>Aperion Page</a:t>
            </a:r>
            <a:endParaRPr lang="en-US" dirty="0"/>
          </a:p>
        </p:txBody>
      </p:sp>
    </p:spTree>
    <p:extLst>
      <p:ext uri="{BB962C8B-B14F-4D97-AF65-F5344CB8AC3E}">
        <p14:creationId xmlns:p14="http://schemas.microsoft.com/office/powerpoint/2010/main" val="30393419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3" Type="http://schemas.microsoft.com/office/2011/relationships/webextension" Target="webextension3.xml"/><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700" row="4">
    <wetp:webextensionref xmlns:r="http://schemas.openxmlformats.org/officeDocument/2006/relationships" r:id="rId1"/>
  </wetp:taskpane>
  <wetp:taskpane dockstate="right" visibility="0" width="350" row="7">
    <wetp:webextensionref xmlns:r="http://schemas.openxmlformats.org/officeDocument/2006/relationships" r:id="rId2"/>
  </wetp:taskpane>
  <wetp:taskpane dockstate="right" visibility="0" width="700" row="6">
    <wetp:webextensionref xmlns:r="http://schemas.openxmlformats.org/officeDocument/2006/relationships" r:id="rId3"/>
  </wetp:taskpane>
</wetp:taskpanes>
</file>

<file path=ppt/webextensions/webextension1.xml><?xml version="1.0" encoding="utf-8"?>
<we:webextension xmlns:we="http://schemas.microsoft.com/office/webextensions/webextension/2010/11" id="{57D1BF73-9265-4E11-9A95-A099D96E5707}">
  <we:reference id="wa200002492" version="1.0.0.3" store="en-US" storeType="OMEX"/>
  <we:alternateReferences>
    <we:reference id="WA200002492" version="1.0.0.3" store="WA200002492"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80272B19-C1C3-4EAB-87A8-28447BBE8D96}">
  <we:reference id="wa200000729" version="3.19.222.0" store="en-US" storeType="OMEX"/>
  <we:alternateReferences>
    <we:reference id="WA200000729" version="3.19.222.0" store="" storeType="OMEX"/>
  </we:alternateReferences>
  <we:properties/>
  <we:bindings/>
  <we:snapshot xmlns:r="http://schemas.openxmlformats.org/officeDocument/2006/relationships"/>
</we:webextension>
</file>

<file path=ppt/webextensions/webextension3.xml><?xml version="1.0" encoding="utf-8"?>
<we:webextension xmlns:we="http://schemas.microsoft.com/office/webextensions/webextension/2010/11" id="{D2C1F536-9429-40E5-8FD6-2B1EBB29864F}">
  <we:reference id="wa104178141" version="4.3.3.0" store="en-US" storeType="OMEX"/>
  <we:alternateReferences>
    <we:reference id="WA104178141" version="4.3.3.0"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6018</TotalTime>
  <Words>11</Words>
  <Application>Microsoft Office PowerPoint</Application>
  <PresentationFormat>Widescreen</PresentationFormat>
  <Paragraphs>6</Paragraphs>
  <Slides>3</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Aptos</vt:lpstr>
      <vt:lpstr>Arial</vt:lpstr>
      <vt:lpstr>Calibri</vt:lpstr>
      <vt:lpstr>Office Theme</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tim gale</dc:creator>
  <cp:keywords/>
  <dc:description>generated using python-pptx</dc:description>
  <cp:lastModifiedBy>tim gale</cp:lastModifiedBy>
  <cp:revision>6</cp:revision>
  <dcterms:created xsi:type="dcterms:W3CDTF">2013-01-27T09:14:16Z</dcterms:created>
  <dcterms:modified xsi:type="dcterms:W3CDTF">2026-03-24T17:42:36Z</dcterms:modified>
  <cp:category/>
</cp:coreProperties>
</file>