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75" d="100"/>
          <a:sy n="75" d="100"/>
        </p:scale>
        <p:origin x="690" y="2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95434-E927-54E1-F2FD-14151C115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03903-0CB3-A15D-D568-5089FCC074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FE75B-7889-D480-58EB-AFE30EF4A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DBC45-AB41-425F-A188-AE634C518CB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AAC41-EFF0-2C42-4D2A-206817690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5790D5-202D-A750-A60D-8795DAC5E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5E5-5BF1-4EF4-BE7F-76EB9857A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48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4CE5D-D7D9-BB6A-84EF-CD242008D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C5B27-64E7-56A3-C527-B6E590EF4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BC598-BF10-DC4B-BECB-1D559FDE8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DBC45-AB41-425F-A188-AE634C518CB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23208-66C0-4958-B46E-DE9D12834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F09C80-A7B6-91D8-7A5B-F51D0B7E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5E5-5BF1-4EF4-BE7F-76EB9857A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37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2A8DF-F537-7783-789A-907652D1A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2148B8-CD1E-7959-5194-94A86B8F3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0E9E2-00B6-0ADC-AB5E-2F4B1B3F8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DBC45-AB41-425F-A188-AE634C518CB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BA2B5-04ED-BE58-B69E-2CFE7F7C6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49108-F856-77B7-BA58-5FAB28D0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5E5-5BF1-4EF4-BE7F-76EB9857A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740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7B2C9-0778-1E99-FB93-0B3109058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53EB3-953E-1F6D-C76D-2F4304829A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FE81FF-8A3E-8F02-7CBB-D3F913417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D00361-682A-A99D-4F49-655E967D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DBC45-AB41-425F-A188-AE634C518CB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86033-A1BB-A72D-05F6-379DE106B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04C7C-4C04-A51B-DBEC-6BCEA0718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5E5-5BF1-4EF4-BE7F-76EB9857A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958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6A8C6-99F8-128F-77AF-6BDA5D70D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39EE5A-C13F-DA7E-9F45-942BC6B6B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EF1D78-91D6-FB3A-6810-639FC46135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B9CB8E-FCC4-6BD1-9B74-58D12538C1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C1F5A7-E501-8BEC-8B19-4A3E6FC1A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B7B9B1-5924-BEDA-845E-E9A56DACC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DBC45-AB41-425F-A188-AE634C518CB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C75380-3807-982B-1C84-A23AF8600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AA582B-BAEB-F0DB-447F-F59EA492F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5E5-5BF1-4EF4-BE7F-76EB9857A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8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4DD1F-B4CD-460B-9A36-5D45D82AE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464DDE-A3A6-EE1D-352B-A7E9FAD36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DBC45-AB41-425F-A188-AE634C518CB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6D59EC-07CD-7A0D-8876-73F7E91A1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CF52C-8076-FE4A-A1C8-2C2D94227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5E5-5BF1-4EF4-BE7F-76EB9857A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78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C6D080-6FE2-5F36-BEA3-65E030F32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DBC45-AB41-425F-A188-AE634C518CB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04FA3-260B-BB51-DE1F-8D6021D32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274300-FD1C-2AED-C929-241F6327C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5E5-5BF1-4EF4-BE7F-76EB9857A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404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BF57A-7400-B72F-FC39-11C78F850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3D65C-61CE-6874-8157-EB8909D9E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0F6EE1-618F-CDB2-07C5-8F95F69699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2EB42-B8CC-BEB1-329B-D113F6B84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DBC45-AB41-425F-A188-AE634C518CB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9EFD7E-D9A2-B300-8225-238358985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FDE123-8AE4-5D62-8C5B-D9C9D186B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5E5-5BF1-4EF4-BE7F-76EB9857A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58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B01A6-16F1-B9E1-EC25-BA6FEA2BC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C51157-3F68-0671-BF1B-5C5036F92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5F7A39-1468-C69C-3F39-7B9E6864BE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181788-B1DF-2191-E496-BA7ECE916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DBC45-AB41-425F-A188-AE634C518CB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872324-2EB5-A1E7-4705-7ABEA6E81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2FA8F-C732-DD61-0A08-8F54EFA73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5E5-5BF1-4EF4-BE7F-76EB9857A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226F6-4445-5A9E-B339-B95C848DC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71980-BDED-88A2-3809-D8171AEE98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56C9B8-1BB1-DB54-9B68-33671089D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DBC45-AB41-425F-A188-AE634C518CB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3F22-9615-544E-243A-71FD6FF9B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6D521-8BAD-99EF-DEF2-E69D3DF53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5E5-5BF1-4EF4-BE7F-76EB9857A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16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7DBBAE-BE1A-96CF-C13E-9EEBB05172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D2256-E31F-1F69-340D-D67247B0FB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3B5E6-2684-9079-4103-241AF1F86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EDBC45-AB41-425F-A188-AE634C518CB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CFC0A-C0A9-A2EA-F11E-0717BFF97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22D72-190C-05D3-E083-1CD181D96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EEF5E5-5BF1-4EF4-BE7F-76EB9857A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3275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569A6F-E29E-7BB9-2CDA-6A25728A1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5644E9-240E-0D91-1FC8-4893EFDCB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14E74-BC1D-7D0D-A5DD-55D4F29482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EDBC45-AB41-425F-A188-AE634C518CB9}" type="datetimeFigureOut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499E69-76D1-E207-6020-A22FCF8659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7659E-99AE-66F7-65AB-396C46DE7D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EEF5E5-5BF1-4EF4-BE7F-76EB9857A0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30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DC9BA-7219-6B9A-5586-61DA3FFE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79166-1F54-597D-CE0E-357273767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5E677D-E012-6CC6-3D8C-6A6028B0B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0753"/>
            <a:ext cx="12192000" cy="5896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726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9B1DE-D880-8D42-E5F3-56433D20E1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DC2E7-043A-A0B7-2371-A89A9FC49B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38A1C1-164A-35CD-E8BE-E0726218C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45" y="-284990"/>
            <a:ext cx="11947139" cy="663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1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gale</dc:creator>
  <cp:lastModifiedBy>tim gale</cp:lastModifiedBy>
  <cp:revision>1</cp:revision>
  <dcterms:created xsi:type="dcterms:W3CDTF">2026-03-26T06:25:28Z</dcterms:created>
  <dcterms:modified xsi:type="dcterms:W3CDTF">2026-03-26T06:28:15Z</dcterms:modified>
</cp:coreProperties>
</file>